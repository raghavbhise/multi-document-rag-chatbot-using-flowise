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Platypi Medium"/>
      <p:regular r:id="rId201314"/>
    </p:embeddedFont>
    <p:embeddedFont>
      <p:font typeface="Platypi Bold"/>
      <p:regular r:id="rId201315"/>
    </p:embeddedFont>
    <p:embeddedFont>
      <p:font typeface="Source Serif 4"/>
      <p:regular r:id="rId201316"/>
    </p:embeddedFont>
    <p:embeddedFont>
      <p:font typeface="Source Serif 4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96317"/>
            <a:ext cx="1078679" cy="355203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774978" y="752971"/>
            <a:ext cx="146145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PROJECT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574" y="1127125"/>
            <a:ext cx="1089384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Multi-Document RAG Chatbot using Flowise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574" y="2001242"/>
            <a:ext cx="108685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Develop an AI-powered chatbot capable of answering questions from multiple document formats — supporting PDF, Word, and PowerPoint files within a single conversational interface.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574" y="2818705"/>
            <a:ext cx="3496778" cy="1724620"/>
          </a:xfrm>
          <a:prstGeom prst="roundRect">
            <a:avLst>
              <a:gd name="adj" fmla="val 1644"/>
            </a:avLst>
          </a:prstGeom>
          <a:solidFill>
            <a:srgbClr val="F9F7F7"/>
          </a:solidFill>
          <a:ln/>
        </p:spPr>
      </p:sp>
      <p:sp>
        <p:nvSpPr>
          <p:cNvPr id="7" name="Shape 5"/>
          <p:cNvSpPr/>
          <p:nvPr/>
        </p:nvSpPr>
        <p:spPr>
          <a:xfrm>
            <a:off x="850581" y="3007717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3E251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549" y="3163590"/>
            <a:ext cx="255085" cy="2550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581" y="3763764"/>
            <a:ext cx="30726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Multi-Document Ingestion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4347359" y="2818705"/>
            <a:ext cx="3496877" cy="1724620"/>
          </a:xfrm>
          <a:prstGeom prst="roundRect">
            <a:avLst>
              <a:gd name="adj" fmla="val 1644"/>
            </a:avLst>
          </a:prstGeom>
          <a:solidFill>
            <a:srgbClr val="F9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4536366" y="3007717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3E251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3163590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6366" y="3763764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Semantic Document Search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8033244" y="2818705"/>
            <a:ext cx="3496877" cy="1724620"/>
          </a:xfrm>
          <a:prstGeom prst="roundRect">
            <a:avLst>
              <a:gd name="adj" fmla="val 1644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2251" y="3007717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3E251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8219" y="3163590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2251" y="3763764"/>
            <a:ext cx="23640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Conversational Q&amp;A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661574" y="4732338"/>
            <a:ext cx="5339720" cy="1429345"/>
          </a:xfrm>
          <a:prstGeom prst="roundRect">
            <a:avLst>
              <a:gd name="adj" fmla="val 1984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850581" y="4921349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3E251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549" y="5077222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581" y="5677396"/>
            <a:ext cx="30251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Context-Aware Responses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6190301" y="4732338"/>
            <a:ext cx="5339820" cy="1429345"/>
          </a:xfrm>
          <a:prstGeom prst="roundRect">
            <a:avLst>
              <a:gd name="adj" fmla="val 1984"/>
            </a:avLst>
          </a:prstGeom>
          <a:solidFill>
            <a:srgbClr val="F9F7F7"/>
          </a:solidFill>
          <a:ln/>
        </p:spPr>
      </p:sp>
      <p:sp>
        <p:nvSpPr>
          <p:cNvPr id="23" name="Shape 17"/>
          <p:cNvSpPr/>
          <p:nvPr/>
        </p:nvSpPr>
        <p:spPr>
          <a:xfrm>
            <a:off x="6379308" y="4921349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3E251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5276" y="5077222"/>
            <a:ext cx="255085" cy="2550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79308" y="5677396"/>
            <a:ext cx="36939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Reduced Hallucinations via RAG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03" y="552549"/>
            <a:ext cx="7060924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Architecture &amp; Workflow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46503" y="2410817"/>
            <a:ext cx="258646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Technologies Used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454" y="2806799"/>
            <a:ext cx="2531106" cy="6015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0852" y="2984004"/>
            <a:ext cx="1976884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Flowise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1766" y="2806799"/>
            <a:ext cx="2531205" cy="6015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25164" y="2984004"/>
            <a:ext cx="1976884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Groq LLM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454" y="3540621"/>
            <a:ext cx="2531106" cy="8487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0852" y="3717826"/>
            <a:ext cx="2100508" cy="49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Hugging Face Embeddings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1766" y="3540621"/>
            <a:ext cx="2531205" cy="8487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25164" y="3717826"/>
            <a:ext cx="2100607" cy="49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Vector Store Retrieval</a:t>
            </a:r>
            <a:endParaRPr lang="en-US" sz="1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454" y="4521597"/>
            <a:ext cx="2531106" cy="6015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80852" y="4698802"/>
            <a:ext cx="1976884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RAG Framework</a:t>
            </a:r>
            <a:endParaRPr lang="en-US" sz="1550" dirty="0"/>
          </a:p>
        </p:txBody>
      </p:sp>
      <p:sp>
        <p:nvSpPr>
          <p:cNvPr id="14" name="Text 7"/>
          <p:cNvSpPr/>
          <p:nvPr/>
        </p:nvSpPr>
        <p:spPr>
          <a:xfrm>
            <a:off x="6295074" y="1377454"/>
            <a:ext cx="2886598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Step-by-Step Workflow</a:t>
            </a:r>
            <a:endParaRPr lang="en-US" sz="15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074" y="1773436"/>
            <a:ext cx="4382978" cy="4383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03" y="565448"/>
            <a:ext cx="3865664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ScreenShots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46503" y="1106984"/>
            <a:ext cx="11308273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Word Document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6503" y="1383903"/>
            <a:ext cx="5304499" cy="4908550"/>
          </a:xfrm>
          <a:prstGeom prst="roundRect">
            <a:avLst>
              <a:gd name="adj" fmla="val 398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876675" y="1514078"/>
            <a:ext cx="504415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675" y="1790998"/>
            <a:ext cx="3530909" cy="4371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0693" y="1383903"/>
            <a:ext cx="5304499" cy="4908550"/>
          </a:xfrm>
          <a:prstGeom prst="roundRect">
            <a:avLst>
              <a:gd name="adj" fmla="val 398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6270865" y="1514078"/>
            <a:ext cx="5044155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Chatbot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865" y="1790998"/>
            <a:ext cx="3530909" cy="2709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8711" y="531713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ScreenShots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378711" y="897830"/>
            <a:ext cx="604385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PDF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378711" y="1064320"/>
            <a:ext cx="2693523" cy="5261868"/>
          </a:xfrm>
          <a:prstGeom prst="roundRect">
            <a:avLst>
              <a:gd name="adj" fmla="val 526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3473165" y="1158776"/>
            <a:ext cx="1181269" cy="16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Results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3165" y="1372195"/>
            <a:ext cx="2504615" cy="4859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19461" y="1064320"/>
            <a:ext cx="2693523" cy="5261868"/>
          </a:xfrm>
          <a:prstGeom prst="roundRect">
            <a:avLst>
              <a:gd name="adj" fmla="val 526"/>
            </a:avLst>
          </a:prstGeom>
          <a:solidFill>
            <a:srgbClr val="F9F7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1158776"/>
            <a:ext cx="2504615" cy="22030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3414911"/>
            <a:ext cx="118126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20812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ScreenShots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574" y="1223268"/>
            <a:ext cx="1147813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574" y="1541264"/>
            <a:ext cx="5381094" cy="4695924"/>
          </a:xfrm>
          <a:prstGeom prst="roundRect">
            <a:avLst>
              <a:gd name="adj" fmla="val 453"/>
            </a:avLst>
          </a:prstGeom>
          <a:solidFill>
            <a:srgbClr val="F9F7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55" y="1682948"/>
            <a:ext cx="3823299" cy="214550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55" y="3948013"/>
            <a:ext cx="3823299" cy="214749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48928" y="1541264"/>
            <a:ext cx="5381193" cy="4695924"/>
          </a:xfrm>
          <a:prstGeom prst="roundRect">
            <a:avLst>
              <a:gd name="adj" fmla="val 453"/>
            </a:avLst>
          </a:prstGeom>
          <a:solidFill>
            <a:srgbClr val="F9F7F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09" y="1682948"/>
            <a:ext cx="3822307" cy="2146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2026-06-13T04:09:44Z</dcterms:created>
  <dcterms:modified xsi:type="dcterms:W3CDTF">2026-06-13T04:09:44Z</dcterms:modified>
</cp:coreProperties>
</file>